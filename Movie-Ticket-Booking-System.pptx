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0693400" cy="7556500"/>
  <p:notesSz cx="10693400" cy="7556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590C"/>
    <a:srgbClr val="FEFE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670" y="302260"/>
            <a:ext cx="9624060" cy="1209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7995"/>
            <a:ext cx="9624060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8100" y="808227"/>
            <a:ext cx="10614113" cy="597357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231900" y="5759450"/>
            <a:ext cx="2209800" cy="2286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1202055" y="5718175"/>
            <a:ext cx="2757170" cy="319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1600">
                <a:solidFill>
                  <a:srgbClr val="F6590C"/>
                </a:solidFill>
                <a:latin typeface="Arial Rounded MT Bold" panose="020F0704030504030204" charset="0"/>
                <a:cs typeface="Arial Rounded MT Bold" panose="020F0704030504030204" charset="0"/>
              </a:rPr>
              <a:t>Santanu kumar </a:t>
            </a:r>
            <a:r>
              <a:rPr lang="en-US" sz="1600">
                <a:solidFill>
                  <a:srgbClr val="F6590C"/>
                </a:solidFill>
                <a:latin typeface="Arial Rounded MT Bold" panose="020F0704030504030204" charset="0"/>
                <a:cs typeface="Arial Rounded MT Bold" panose="020F0704030504030204" charset="0"/>
              </a:rPr>
              <a:t>sasmal</a:t>
            </a:r>
            <a:endParaRPr lang="en-US" sz="1600">
              <a:solidFill>
                <a:srgbClr val="F6590C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769129"/>
            <a:ext cx="10693400" cy="60182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769129"/>
            <a:ext cx="10693400" cy="60182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769129"/>
            <a:ext cx="10693400" cy="60182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769129"/>
            <a:ext cx="10693400" cy="60182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769129"/>
            <a:ext cx="10693400" cy="60182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769129"/>
            <a:ext cx="10693400" cy="601823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769129"/>
            <a:ext cx="10693400" cy="601823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769129"/>
            <a:ext cx="10693400" cy="601823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769129"/>
            <a:ext cx="10693400" cy="601823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769129"/>
            <a:ext cx="10693400" cy="601823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</Words>
  <Application>WPS Presentation</Application>
  <PresentationFormat>On-screen Show (4:3)</PresentationFormat>
  <Paragraphs>2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Arial</vt:lpstr>
      <vt:lpstr>SimSun</vt:lpstr>
      <vt:lpstr>Wingdings</vt:lpstr>
      <vt:lpstr>Microsoft YaHei</vt:lpstr>
      <vt:lpstr>Arial Unicode MS</vt:lpstr>
      <vt:lpstr>Calibri</vt:lpstr>
      <vt:lpstr>Algerian</vt:lpstr>
      <vt:lpstr>Arial Black</vt:lpstr>
      <vt:lpstr>Arial Narrow</vt:lpstr>
      <vt:lpstr>Arial Rounded MT Bold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WPS_1761994187</cp:lastModifiedBy>
  <cp:revision>1</cp:revision>
  <dcterms:created xsi:type="dcterms:W3CDTF">2026-06-10T16:51:28Z</dcterms:created>
  <dcterms:modified xsi:type="dcterms:W3CDTF">2026-06-10T16:51:28Z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2026-06-10T05:30:00Z</vt:filetime>
  </property>
  <property fmtid="{D5CDD505-2E9C-101B-9397-08002B2CF9AE}" pid="3" name="LastSaved">
    <vt:filetime>2026-06-10T05:30:00Z</vt:filetime>
  </property>
  <property fmtid="{D5CDD505-2E9C-101B-9397-08002B2CF9AE}" pid="4" name="Producer">
    <vt:lpwstr>3-Heights(TM) PDF Security Shell 4.8.25.2 (http://www.pdf-tools.com)</vt:lpwstr>
  </property>
  <property fmtid="{D5CDD505-2E9C-101B-9397-08002B2CF9AE}" pid="5" name="KSOProductBuildVer">
    <vt:lpwstr>1033-12.1.0.26880</vt:lpwstr>
  </property>
  <property fmtid="{D5CDD505-2E9C-101B-9397-08002B2CF9AE}" pid="6" name="ICV">
    <vt:lpwstr>5BD497CA527543D88689168F9FC9ADAE_13</vt:lpwstr>
  </property>
</Properties>
</file>